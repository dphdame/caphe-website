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1"/>
  </p:normalViewPr>
  <p:slideViewPr>
    <p:cSldViewPr snapToGrid="0" snapToObjects="1">
      <p:cViewPr varScale="1">
        <p:scale>
          <a:sx n="103" d="100"/>
          <a:sy n="103" d="100"/>
        </p:scale>
        <p:origin x="18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ROI of Public Health Spending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Background for Tim Brown's March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3080"/>
                </a:solidFill>
              </a:defRPr>
            </a:pPr>
            <a:r>
              <a:t>California Association of Public Health Economists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Brown (2014):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Research question: What's the return on public health investment?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Data: California counties, 1993-2006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Method: Instrumental variables using political party control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Finding: $67-88 return per dollar of public health spending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Widely cited in advocacy and budget discussions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Used to justify public health funding increases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Why This Matters for California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Public health departments face constant budget pressure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Need credible evidence to justify funding requests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ROI estimates are powerful advocacy tools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But only if the methodology is sound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Counties want to demonstrate value to supervisors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Local data is more compelling than statewide averages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The Measurement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What counts as 'public health' spending?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County health budgets include many activities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Clinical care, administration, emergency response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Only 40-60% is true prevention spending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Environmental health, communicable disease, maternal/child health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Lumping everything together may understate ROI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Prevention dollars are doing the heavy lifting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53306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A770D"/>
                </a:solidFill>
              </a:defRPr>
            </a:pPr>
            <a:r>
              <a:rPr lang="en-US" dirty="0"/>
              <a:t>Public Health </a:t>
            </a:r>
          </a:p>
          <a:p>
            <a:pPr>
              <a:defRPr sz="3200" b="1">
                <a:solidFill>
                  <a:srgbClr val="DA770D"/>
                </a:solidFill>
              </a:defRPr>
            </a:pPr>
            <a:r>
              <a:rPr dirty="0"/>
              <a:t>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497" y="1311052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080"/>
                </a:solidFill>
              </a:defRPr>
            </a:pPr>
            <a:r>
              <a:rPr dirty="0"/>
              <a:t>40-60%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Share of health budgets that is actual prevention spending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20462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A770D"/>
                </a:solidFill>
              </a:defRPr>
            </a:pPr>
            <a:r>
              <a:rPr dirty="0"/>
              <a:t>Brown's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1431" y="3220462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080"/>
                </a:solidFill>
              </a:defRPr>
            </a:pPr>
            <a:r>
              <a:t>$67-88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Return per dollar using total health spending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A770D"/>
                </a:solidFill>
              </a:defRPr>
            </a:pPr>
            <a:r>
              <a:rPr dirty="0"/>
              <a:t>Refined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266" y="5181188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080"/>
                </a:solidFill>
              </a:defRPr>
            </a:pPr>
            <a:r>
              <a:rPr dirty="0"/>
              <a:t>Higher?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What if we measured only prevention spending?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An Opportunity for Counties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We want to produce county-specific ROI estimates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More useful than statewide averages for local advocacy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This requires detailed spending data from counties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Breakdown by program area and function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Allows proper classification of prevention vs. other spending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What We're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lang="en-US" dirty="0"/>
              <a:t>Counties can choose to s</a:t>
            </a:r>
            <a:r>
              <a:rPr dirty="0"/>
              <a:t>hare </a:t>
            </a:r>
            <a:r>
              <a:rPr lang="en-US" dirty="0"/>
              <a:t>their </a:t>
            </a:r>
            <a:r>
              <a:rPr dirty="0"/>
              <a:t>detailed expenditure data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By program area (environmental, communicable disease, etc.)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Multiple years if available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We </a:t>
            </a:r>
            <a:r>
              <a:rPr lang="en-US" dirty="0"/>
              <a:t>can share back a</a:t>
            </a:r>
            <a:r>
              <a:rPr dirty="0"/>
              <a:t> report including: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County-specific ROI estimates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lang="en-US" dirty="0"/>
              <a:t>  Comparison across participating counties</a:t>
            </a:r>
            <a:endParaRPr dirty="0"/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</a:t>
            </a:r>
            <a:r>
              <a:rPr lang="en-US" dirty="0"/>
              <a:t>Materials for presentations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080"/>
                </a:solidFill>
              </a:defRPr>
            </a:pPr>
            <a:r>
              <a:t>Coming Up: March 25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Opportunity to discuss: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Methodological considerations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How to apply this to your county</a:t>
            </a:r>
          </a:p>
          <a:p>
            <a:pPr lvl="1"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    Interest in participating in our county-level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362</Words>
  <Application>Microsoft Macintosh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Perez, Victoria</cp:lastModifiedBy>
  <cp:revision>2</cp:revision>
  <dcterms:created xsi:type="dcterms:W3CDTF">2013-01-27T09:14:16Z</dcterms:created>
  <dcterms:modified xsi:type="dcterms:W3CDTF">2026-01-27T17:46:22Z</dcterms:modified>
  <cp:category/>
</cp:coreProperties>
</file>